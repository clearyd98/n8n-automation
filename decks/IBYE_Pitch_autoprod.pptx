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7C3AED"/>
                </a:solidFill>
                <a:latin typeface="Arial"/>
              </a:defRPr>
            </a:pPr>
            <a:r>
              <a:t>autoprod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FFFF"/>
                </a:solidFill>
                <a:latin typeface="Arial"/>
              </a:defRPr>
            </a:pPr>
            <a:r>
              <a:t>AI adoption &amp; compliance for Irish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0A0A0"/>
                </a:solidFill>
                <a:latin typeface="Arial"/>
              </a:defRPr>
            </a:pPr>
            <a:r>
              <a:t>Ireland's Best Young Entrepreneur 2026 — Dylan Cleary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EU AI Act enforcement is live — Irish companies must comply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Most mid-market firms have zero internal AI expertise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Big 4 consultants charge €1,500-3,000/day — unaffordable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3,000+ Irish companies need help right 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AI consulting at mid-market pricing (€197-2,000/mo)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Built by someone who did AI governance at enterprise scale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Irish-focused, Dublin Docklands, flexible scheduling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Competitors charge 3x more for less specialized expertise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autoprod.io — live, multi-page, Stripe payments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76 Irish enterprises in outreach pipeline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5 products from €197-2,000/month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16 automated business processes running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LEO grant applications submitted (€17,500)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▸ 3,000+ Irish mid-market targets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▸ Compliance is mandatory — not optional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▸ Big 4 (€1,500-3,000/day)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▸ SquareRoot, Artellis, Deep Purple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A0A0A0"/>
                </a:solidFill>
                <a:latin typeface="Arial"/>
              </a:defRPr>
            </a:pPr>
            <a:r>
              <a:t>Year 1: €32,000</a:t>
            </a:r>
          </a:p>
          <a:p>
            <a:pPr>
              <a:spcAft>
                <a:spcPts val="600"/>
              </a:spcAft>
              <a:defRPr sz="1800">
                <a:solidFill>
                  <a:srgbClr val="A0A0A0"/>
                </a:solidFill>
                <a:latin typeface="Arial"/>
              </a:defRPr>
            </a:pPr>
            <a:r>
              <a:t>Year 2: €72-96,000</a:t>
            </a:r>
          </a:p>
          <a:p>
            <a:pPr>
              <a:spcAft>
                <a:spcPts val="600"/>
              </a:spcAft>
              <a:defRPr sz="1800">
                <a:solidFill>
                  <a:srgbClr val="A0A0A0"/>
                </a:solidFill>
                <a:latin typeface="Arial"/>
              </a:defRPr>
            </a:pPr>
            <a:r>
              <a:t>Year 3: €120-150,000</a:t>
            </a:r>
          </a:p>
          <a:p>
            <a:pPr>
              <a:spcAft>
                <a:spcPts val="600"/>
              </a:spcAft>
              <a:defRPr sz="1800">
                <a:solidFill>
                  <a:srgbClr val="A0A0A0"/>
                </a:solidFill>
                <a:latin typeface="Arial"/>
              </a:defRPr>
            </a:pPr>
            <a:r>
              <a:t>Margin: 90%+</a:t>
            </a:r>
          </a:p>
          <a:p>
            <a:pPr>
              <a:spcAft>
                <a:spcPts val="600"/>
              </a:spcAft>
              <a:defRPr sz="1800">
                <a:solidFill>
                  <a:srgbClr val="A0A0A0"/>
                </a:solidFill>
                <a:latin typeface="Arial"/>
              </a:defRPr>
            </a:pPr>
            <a:r>
              <a:t>Target: 5 retainers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Why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4+ years enterprise AI governance at global company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Co-founded AI Council for 200+ person org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Trained teams across 4 continents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Hospitality background — understands service industry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▸ NCI computing qualification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Ireland needs AI help.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7C3AED"/>
                </a:solidFill>
                <a:latin typeface="Arial"/>
              </a:defRPr>
            </a:pPr>
            <a:r>
              <a:t>autoprod is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A0"/>
                </a:solidFill>
                <a:latin typeface="Arial"/>
              </a:defRPr>
            </a:pPr>
            <a:r>
              <a:t>Dylan Cleary  ·  info@dylancleary.com  ·  085 850 8668  ·  Dublin Docklands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