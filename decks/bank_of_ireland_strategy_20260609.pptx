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autoprod × Bank of Ireland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A8A8E"/>
                </a:solidFill>
                <a:latin typeface="Inter"/>
              </a:defRPr>
            </a:pPr>
            <a:r>
              <a:t>AI Strategy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A8E"/>
                </a:solidFill>
                <a:latin typeface="Inter"/>
              </a:defRPr>
            </a:pPr>
            <a:r>
              <a:t>Prepared for Bank of Ireland — Banking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8E"/>
                </a:solidFill>
                <a:latin typeface="Inter"/>
              </a:defRPr>
            </a:pPr>
            <a:r>
              <a:t>Dylan Cleary · dylan@autoprod.io · Dublin Docklands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Your AI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A8E"/>
                </a:solidFill>
                <a:latin typeface="Inter"/>
              </a:defRPr>
            </a:pPr>
            <a:r>
              <a:t>Where you want to be in 12 months. We define the vision — not 'AI for everything,' but specific, measurable outcomes that move your business forward.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The automation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A8E"/>
                </a:solidFill>
                <a:latin typeface="Inter"/>
              </a:defRPr>
            </a:pPr>
            <a:r>
              <a:t>A prioritized list of what to build, buy, or ignore. Each opportunity scored by: impact, cost, complexity, and compliance risk. You leave knowing exactly what to tackle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Automation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Tier 1: Immediate wins — 0-30 days, low effort, high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Tier 2: Build phase — 30-90 days, requires some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Tier 3: Transform — 90+ days, changes how you operate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375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Tier 4: Avoid — looks good on a slide, terrible ROI in reality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Compliance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A8E"/>
                </a:solidFill>
                <a:latin typeface="Inter"/>
              </a:defRPr>
            </a:pPr>
            <a:r>
              <a:t>How your AI systems fit within the EU AI Act. Risk classification for each system. Documentation requirements. Human oversight protocols. What needs to happen before enforcement and what can wait.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Compliance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Risk classification for each planned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31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Documentation and record-keeping obligations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Human oversight requirements per risk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375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Transparency obligations (user notification, labeling)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Conformity assessment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4339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Inter"/>
              </a:defRPr>
            </a:pPr>
            <a:r>
              <a:t>▸ Ongoing monitoring and reporting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Inter"/>
              </a:defRPr>
            </a:pPr>
            <a:r>
              <a:t>Build vs Buy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Inter"/>
              </a:defRPr>
            </a:pPr>
            <a:r>
              <a:t>Build internally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▸ Custom agentic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▸ Internal LLM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▸ Proprietary data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Inter"/>
              </a:defRPr>
            </a:pPr>
            <a:r>
              <a:t>Buy / integrate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▸ Off-the-shelf AI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▸ API-based AI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108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▸ Platform-native AI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8A8E"/>
                </a:solidFill>
                <a:latin typeface="Inter"/>
              </a:defRPr>
            </a:pPr>
            <a:r>
              <a:t>Team, timeline, budget. Who does what, when it ships, what success looks like. Enough detail to take to your board or investors.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Inter"/>
              </a:defRPr>
            </a:pPr>
            <a:r>
              <a:t>1.  Approve the automation roadmap with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Inter"/>
              </a:defRPr>
            </a:pPr>
            <a:r>
              <a:t>2.  Assign internal owner for AI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Inter"/>
              </a:defRPr>
            </a:pPr>
            <a:r>
              <a:t>3.  Begin compliance documentation for high-risk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Inter"/>
              </a:defRPr>
            </a:pPr>
            <a:r>
              <a:t>4.  Schedule monthly retainer check-ins to track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Inter"/>
              </a:defRPr>
            </a:pPr>
            <a:r>
              <a:t>Let's build this.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A8A8E"/>
                </a:solidFill>
                <a:latin typeface="Inter"/>
              </a:defRPr>
            </a:pPr>
            <a:r>
              <a:t>Dylan Cleary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A8E"/>
                </a:solidFill>
                <a:latin typeface="Inter"/>
              </a:defRPr>
            </a:pPr>
            <a:r>
              <a:t>dylan@autoprod.io  ·  Dublin Docklands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